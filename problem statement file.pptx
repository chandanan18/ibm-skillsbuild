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malidinne Sri chandana" userId="f7eba1c73f14b37d" providerId="LiveId" clId="{12BD49F0-39FA-4B67-9B05-0EADB4D733C8}"/>
    <pc:docChg chg="custSel modSld">
      <pc:chgData name="Nemalidinne Sri chandana" userId="f7eba1c73f14b37d" providerId="LiveId" clId="{12BD49F0-39FA-4B67-9B05-0EADB4D733C8}" dt="2026-09-11T15:44:19.705" v="64" actId="1076"/>
      <pc:docMkLst>
        <pc:docMk/>
      </pc:docMkLst>
      <pc:sldChg chg="addSp delSp modSp mod">
        <pc:chgData name="Nemalidinne Sri chandana" userId="f7eba1c73f14b37d" providerId="LiveId" clId="{12BD49F0-39FA-4B67-9B05-0EADB4D733C8}" dt="2026-09-11T15:44:19.705" v="64" actId="1076"/>
        <pc:sldMkLst>
          <pc:docMk/>
          <pc:sldMk cId="2738759879" sldId="257"/>
        </pc:sldMkLst>
        <pc:spChg chg="add del mod">
          <ac:chgData name="Nemalidinne Sri chandana" userId="f7eba1c73f14b37d" providerId="LiveId" clId="{12BD49F0-39FA-4B67-9B05-0EADB4D733C8}" dt="2026-09-11T15:42:54.643" v="14" actId="478"/>
          <ac:spMkLst>
            <pc:docMk/>
            <pc:sldMk cId="2738759879" sldId="257"/>
            <ac:spMk id="5" creationId="{6CBF534F-62C2-ECD6-A746-BF8CE189533B}"/>
          </ac:spMkLst>
        </pc:spChg>
        <pc:spChg chg="add mod">
          <ac:chgData name="Nemalidinne Sri chandana" userId="f7eba1c73f14b37d" providerId="LiveId" clId="{12BD49F0-39FA-4B67-9B05-0EADB4D733C8}" dt="2026-09-11T15:44:07.736" v="63" actId="113"/>
          <ac:spMkLst>
            <pc:docMk/>
            <pc:sldMk cId="2738759879" sldId="257"/>
            <ac:spMk id="7" creationId="{21624179-8390-818D-419F-87416436FE13}"/>
          </ac:spMkLst>
        </pc:spChg>
        <pc:picChg chg="mod">
          <ac:chgData name="Nemalidinne Sri chandana" userId="f7eba1c73f14b37d" providerId="LiveId" clId="{12BD49F0-39FA-4B67-9B05-0EADB4D733C8}" dt="2026-09-11T15:44:19.705" v="64" actId="1076"/>
          <ac:picMkLst>
            <pc:docMk/>
            <pc:sldMk cId="2738759879" sldId="257"/>
            <ac:picMk id="3" creationId="{53553D59-A3CC-AD4D-5EED-718FD2A1C73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43F9-A818-33DF-DFFF-BF551F84E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AE4A5-2BAF-6CB0-C101-C7EFA016E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F17F6-B2F4-4950-C99C-FD99DB55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01E8-AF06-4FDB-9B0F-86C914A1CCC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38167-BC71-1FE1-6A3A-69E336FB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6E27B-23D0-BB84-A83C-37C64E0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50B0-2040-423E-B168-FF5BF313F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42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00A0-C611-5FD4-3362-A2967FE5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4A345-61C2-9F25-957C-55ADC165F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D21F3-A75D-05CC-9E3D-5C1E07DB9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01E8-AF06-4FDB-9B0F-86C914A1CCC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E1CCD-CEF2-95AE-A63A-2BE0E0B13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FA5B9-E142-DDF4-8D57-BEF89583A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50B0-2040-423E-B168-FF5BF313F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9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CA972-A60A-36E8-D52B-808D73CE4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3601E-DBBC-856C-A20A-02A034198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B0EED-4B7A-D162-3BD1-C8A5D81FE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01E8-AF06-4FDB-9B0F-86C914A1CCC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FD869-A761-0AC5-3077-A8BE841CF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4EF55-03B4-DC2A-CF9F-76A8AC765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50B0-2040-423E-B168-FF5BF313F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79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0E4AF-2733-8737-6BFC-BADCCF59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69B4E-57A8-D71A-23DD-AA9BED0B1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5BE59-0B2D-2972-5258-09050B945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76EF5-FC05-30D3-CEBB-71C5786A8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01E8-AF06-4FDB-9B0F-86C914A1CCC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795DA-CCEE-55C4-BCA5-5FEF691D4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6FF11-1AFD-1FC0-2A57-163F4D83A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50B0-2040-423E-B168-FF5BF313F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497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1731-E290-EF80-1106-479721CD4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F8790-04E8-E9A3-BBE0-C99B3E9B8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D1BEA-D716-F08C-53E0-279BDD4EB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A14274-8EC5-FD94-98E5-B69A3DBE0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165ACC-5E07-40C3-8734-3A16183D8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7A018F-8310-8C5B-484C-BBF35461D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01E8-AF06-4FDB-9B0F-86C914A1CCC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BA0187-BA9F-D014-B8A7-1BE0E009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175F07-9033-AB40-7C00-9E638A97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50B0-2040-423E-B168-FF5BF313F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63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82BA0-26B9-2564-176E-8ED25C2BB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8A45DF-AAEA-316D-89F5-D8CFE074A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01E8-AF06-4FDB-9B0F-86C914A1CCC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09652-54CD-80D2-B9E8-B5D9F44CC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925C4-7F2A-FE8C-3993-6BA4461AA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50B0-2040-423E-B168-FF5BF313F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98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51E7DF-1ECF-A837-B3F3-590FD8472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01E8-AF06-4FDB-9B0F-86C914A1CCC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E38C0-0C30-AA28-9964-91BB14CEC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E3594-C922-F5A1-8AC9-FDA465CA5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50B0-2040-423E-B168-FF5BF313F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1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5D2A-4A79-CE71-7E50-8F5BB24EE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DDAB0-19EC-4FE8-7CD6-82224A74C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828B3-28FD-3889-0623-9786D8166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F4535-01EC-6D2C-BA64-57312755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01E8-AF06-4FDB-9B0F-86C914A1CCC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B0DE7-BBE7-6C0C-5669-BA0C3C07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71A24-D4F6-77A9-C023-CF22D9C43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50B0-2040-423E-B168-FF5BF313F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04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0274-8594-26FB-2510-F3B34356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ABC4EA-B01E-25D8-80E4-E0F9612AC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F0E6A-4F8F-7422-144F-2D8428BE0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40225-0E93-63D1-C931-DD63C3CA2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01E8-AF06-4FDB-9B0F-86C914A1CCC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5C0C7-EB57-D9F4-48FA-0B0119E18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CA833-4B53-C3AC-7C55-23714F965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50B0-2040-423E-B168-FF5BF313F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5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C249-C3ED-CD33-639D-1EB05BD95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6E720-6B10-0110-818B-8D35E16DC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41924-C630-1ACD-8599-A7AC9F169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01E8-AF06-4FDB-9B0F-86C914A1CCC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EE077-CDA8-FB21-29AF-3012C892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C6A7F-4BD4-7698-9C8D-26E8F6FB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50B0-2040-423E-B168-FF5BF313F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4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DC9221-B134-2361-4A36-E80CD637A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8D2FC-CB1B-0880-49BD-6FC7CDC378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72CFD-0B63-45B2-BE3C-6709EE760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01E8-AF06-4FDB-9B0F-86C914A1CCC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9BC6A-F233-78EF-9791-9DE41AF67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4A167-F41E-98E2-63EA-EFDD8CAF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50B0-2040-423E-B168-FF5BF313F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29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2748E9-A491-C09F-F269-EB9CA141A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B41C8-891D-D47E-F0D0-720BA04E3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7B987-70F5-271C-1E5D-53177A2EE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B01E8-AF06-4FDB-9B0F-86C914A1CCC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93406-C24F-9507-2C9C-6450F90226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64016-5B1C-2E7B-1219-F1964E8F3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D50B0-2040-423E-B168-FF5BF313F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20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553D59-A3CC-AD4D-5EED-718FD2A1C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60" y="2449286"/>
            <a:ext cx="11535540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624179-8390-818D-419F-87416436FE13}"/>
              </a:ext>
            </a:extLst>
          </p:cNvPr>
          <p:cNvSpPr txBox="1"/>
          <p:nvPr/>
        </p:nvSpPr>
        <p:spPr>
          <a:xfrm>
            <a:off x="2351314" y="740228"/>
            <a:ext cx="69683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IBM Skills Build for University Engagements  </a:t>
            </a:r>
          </a:p>
          <a:p>
            <a:r>
              <a:rPr lang="en-US" b="1" dirty="0"/>
              <a:t>                                    </a:t>
            </a:r>
            <a:r>
              <a:rPr lang="en-US" sz="2800" b="1" dirty="0"/>
              <a:t>AICTE-2026 </a:t>
            </a:r>
          </a:p>
          <a:p>
            <a:r>
              <a:rPr lang="en-US" sz="2800" b="1" dirty="0"/>
              <a:t>     Problem Statements on Agentic AI </a:t>
            </a:r>
          </a:p>
        </p:txBody>
      </p:sp>
    </p:spTree>
    <p:extLst>
      <p:ext uri="{BB962C8B-B14F-4D97-AF65-F5344CB8AC3E}">
        <p14:creationId xmlns:p14="http://schemas.microsoft.com/office/powerpoint/2010/main" val="2738759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Nemalidinne Sri chandana</dc:creator>
  <cp:lastModifiedBy>Nemalidinne Sri chandana</cp:lastModifiedBy>
  <cp:revision>1</cp:revision>
  <dcterms:created xsi:type="dcterms:W3CDTF">2026-09-11T15:39:05Z</dcterms:created>
  <dcterms:modified xsi:type="dcterms:W3CDTF">2026-09-11T15:44:22Z</dcterms:modified>
</cp:coreProperties>
</file>